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403" r:id="rId2"/>
    <p:sldId id="263" r:id="rId3"/>
    <p:sldId id="304" r:id="rId4"/>
    <p:sldId id="338" r:id="rId5"/>
    <p:sldId id="404" r:id="rId6"/>
    <p:sldId id="405" r:id="rId7"/>
    <p:sldId id="406" r:id="rId8"/>
    <p:sldId id="408" r:id="rId9"/>
    <p:sldId id="409" r:id="rId10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18E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89" autoAdjust="0"/>
    <p:restoredTop sz="98825" autoAdjust="0"/>
  </p:normalViewPr>
  <p:slideViewPr>
    <p:cSldViewPr>
      <p:cViewPr varScale="1">
        <p:scale>
          <a:sx n="115" d="100"/>
          <a:sy n="115" d="100"/>
        </p:scale>
        <p:origin x="1764" y="108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628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FCBF1-0A88-49C7-8585-FF45B2F27CA4}" type="datetimeFigureOut">
              <a:rPr lang="ko-KR" altLang="en-US" smtClean="0"/>
              <a:pPr/>
              <a:t>2016-12-06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DFF00-2367-4D80-8FDD-8B3A0305FC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7075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67D849F-76D1-4BD4-9A66-AF1D6B626BC5}" type="datetimeFigureOut">
              <a:rPr lang="ko-KR" altLang="en-US"/>
              <a:pPr>
                <a:defRPr/>
              </a:pPr>
              <a:t>2016-12-06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smtClean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57E3777-3E1D-4ED9-9B15-9F8A52C9167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6727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fld id="{6AFD1A8B-8F79-4A0B-AD11-68D988F369C1}" type="slidenum">
              <a:rPr kumimoji="0" lang="en-US" altLang="ko-KR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/>
              <a:t>0</a:t>
            </a:fld>
            <a:endParaRPr kumimoji="0" lang="en-US" altLang="ko-KR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843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59" tIns="45779" rIns="91559" bIns="45779" anchor="b"/>
          <a:lstStyle>
            <a:lvl1pPr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eaLnBrk="1" latinLnBrk="1" hangingPunct="1"/>
            <a:fld id="{1F9C1AFE-4F14-4B62-B985-0F480F26B427}" type="slidenum">
              <a:rPr kumimoji="0"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r" eaLnBrk="1" latinLnBrk="1" hangingPunct="1"/>
              <a:t>0</a:t>
            </a:fld>
            <a:endParaRPr kumimoji="0" lang="en-US" altLang="ko-KR" sz="12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844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59" tIns="45779" rIns="91559" bIns="45779" anchor="b"/>
          <a:lstStyle>
            <a:lvl1pPr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eaLnBrk="1" latinLnBrk="1" hangingPunct="1"/>
            <a:fld id="{ADFAB777-EFB5-4069-A03D-4E560CFFC7B8}" type="slidenum">
              <a:rPr kumimoji="0"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r" eaLnBrk="1" latinLnBrk="1" hangingPunct="1"/>
              <a:t>0</a:t>
            </a:fld>
            <a:endParaRPr kumimoji="0" lang="en-US" altLang="ko-KR" sz="12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845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4588" y="685800"/>
            <a:ext cx="4575175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6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532" tIns="45765" rIns="91532" bIns="4576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ko-KR" altLang="en-US" smtClean="0"/>
              <a:t>상품개발본부표지서식</a:t>
            </a:r>
            <a:endParaRPr lang="ko-KR" altLang="ko-KR" smtClean="0"/>
          </a:p>
        </p:txBody>
      </p:sp>
      <p:sp>
        <p:nvSpPr>
          <p:cNvPr id="35847" name="슬라이드 번호 개체 틀 3"/>
          <p:cNvSpPr txBox="1">
            <a:spLocks noGrp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32" tIns="45765" rIns="91532" bIns="45765" anchor="b"/>
          <a:lstStyle>
            <a:lvl1pPr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eaLnBrk="1" latinLnBrk="1" hangingPunct="1"/>
            <a:fld id="{2E15B637-F0D3-4CCB-8153-49796689FB68}" type="slidenum">
              <a:rPr kumimoji="0"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r" eaLnBrk="1" latinLnBrk="1" hangingPunct="1"/>
              <a:t>0</a:t>
            </a:fld>
            <a:endParaRPr kumimoji="0" lang="en-US" altLang="ko-KR" sz="12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468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156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578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689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997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8" y="144463"/>
            <a:ext cx="8332182" cy="33178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374848" y="550260"/>
            <a:ext cx="8424863" cy="5616600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4659EB-95CC-4708-8B5F-15CA2AA7529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F266D0-155F-4766-81A8-C3828F4EFB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F4D0DC-3D30-423D-BAEC-E2ECB669507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2E4FD-45AD-4744-80F9-FDDF13857EE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7E65FC-8800-462A-8D0A-4F0144F10F1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64FAD-E177-4AAE-8087-CEC36DDD6F6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BA709-7016-4942-B775-8611432DAB1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01DC84-16C2-4884-B485-4EE00A66FFE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FD9146-BC2D-417B-B5A0-75653E43505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23360-65D2-455A-8CAD-E8F5EFDEA06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AB69E-BC9C-4F09-92E0-A71FCA1602E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374650" y="144463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큰 제목 </a:t>
            </a:r>
            <a:r>
              <a:rPr lang="en-US" altLang="ko-KR" smtClean="0"/>
              <a:t>[</a:t>
            </a:r>
            <a:r>
              <a:rPr lang="ko-KR" altLang="en-US" smtClean="0"/>
              <a:t>맑은 고딕 </a:t>
            </a:r>
            <a:r>
              <a:rPr lang="en-US" altLang="ko-KR" smtClean="0"/>
              <a:t>bold, 14pt]</a:t>
            </a:r>
            <a:endParaRPr lang="ko-KR" altLang="en-US" smtClean="0"/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68313" y="549275"/>
            <a:ext cx="8197850" cy="550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기본 문자열 </a:t>
            </a:r>
            <a:r>
              <a:rPr lang="en-US" altLang="ko-KR" dirty="0" smtClean="0"/>
              <a:t>[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14pt]</a:t>
            </a:r>
            <a:endParaRPr lang="ko-KR" altLang="en-US" dirty="0" smtClean="0"/>
          </a:p>
          <a:p>
            <a:pPr lvl="1"/>
            <a:r>
              <a:rPr lang="ko-KR" altLang="en-US" dirty="0" smtClean="0"/>
              <a:t>기본 문자열 </a:t>
            </a:r>
            <a:r>
              <a:rPr lang="en-US" altLang="ko-KR" dirty="0" smtClean="0"/>
              <a:t>[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12pt]</a:t>
            </a:r>
            <a:endParaRPr lang="ko-KR" altLang="en-US" dirty="0" smtClean="0"/>
          </a:p>
          <a:p>
            <a:pPr lvl="2"/>
            <a:r>
              <a:rPr lang="ko-KR" altLang="en-US" dirty="0" smtClean="0"/>
              <a:t>기본 문자열 </a:t>
            </a:r>
            <a:r>
              <a:rPr lang="en-US" altLang="ko-KR" dirty="0" smtClean="0"/>
              <a:t>[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12pt]</a:t>
            </a:r>
          </a:p>
          <a:p>
            <a:pPr lvl="3"/>
            <a:r>
              <a:rPr lang="ko-KR" altLang="en-US" dirty="0" smtClean="0"/>
              <a:t>기본 문자열 </a:t>
            </a:r>
            <a:r>
              <a:rPr lang="en-US" altLang="ko-KR" dirty="0" smtClean="0"/>
              <a:t>[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12pt]</a:t>
            </a:r>
          </a:p>
          <a:p>
            <a:pPr lvl="4"/>
            <a:endParaRPr lang="en-US" altLang="ko-KR" dirty="0" smtClean="0"/>
          </a:p>
          <a:p>
            <a:pPr lvl="4"/>
            <a:endParaRPr lang="en-US" altLang="ko-KR" dirty="0" smtClean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305C502-E3B2-4D7E-A2DC-0F246071BDB4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1" name="직선 연결선 10"/>
          <p:cNvCxnSpPr/>
          <p:nvPr userDrawn="1"/>
        </p:nvCxnSpPr>
        <p:spPr bwMode="auto">
          <a:xfrm>
            <a:off x="352425" y="527050"/>
            <a:ext cx="8439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바닥글 개체 틀 3"/>
          <p:cNvSpPr txBox="1">
            <a:spLocks/>
          </p:cNvSpPr>
          <p:nvPr userDrawn="1"/>
        </p:nvSpPr>
        <p:spPr>
          <a:xfrm>
            <a:off x="428625" y="6415088"/>
            <a:ext cx="2559050" cy="238125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7" r:id="rId1"/>
    <p:sldLayoutId id="2147484128" r:id="rId2"/>
    <p:sldLayoutId id="2147484129" r:id="rId3"/>
    <p:sldLayoutId id="2147484130" r:id="rId4"/>
    <p:sldLayoutId id="2147484131" r:id="rId5"/>
    <p:sldLayoutId id="2147484132" r:id="rId6"/>
    <p:sldLayoutId id="2147484133" r:id="rId7"/>
    <p:sldLayoutId id="2147484134" r:id="rId8"/>
    <p:sldLayoutId id="2147484135" r:id="rId9"/>
    <p:sldLayoutId id="2147484136" r:id="rId10"/>
    <p:sldLayoutId id="214748413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lang="ko-KR" altLang="en-US" sz="1400" b="1" kern="1200" dirty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1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1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1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1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1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1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1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1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227013" indent="-227013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"/>
        <a:defRPr sz="1400" b="1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419100" indent="-184150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"/>
        <a:defRPr sz="1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587375" indent="-125413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맑은 고딕" pitchFamily="50" charset="-127"/>
        <a:buChar char="-"/>
        <a:defRPr sz="1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763588" indent="-142875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§"/>
        <a:tabLst>
          <a:tab pos="720725" algn="l"/>
        </a:tabLst>
        <a:defRPr sz="1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1190625" indent="-117475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Arial" pitchFamily="34" charset="0"/>
        <a:defRPr sz="1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1"/>
          <p:cNvSpPr>
            <a:spLocks noChangeArrowheads="1"/>
          </p:cNvSpPr>
          <p:nvPr/>
        </p:nvSpPr>
        <p:spPr bwMode="auto">
          <a:xfrm>
            <a:off x="3375137" y="2935468"/>
            <a:ext cx="2381027" cy="626701"/>
          </a:xfrm>
          <a:prstGeom prst="rect">
            <a:avLst/>
          </a:prstGeom>
          <a:noFill/>
          <a:ln w="9525" cap="rnd" algn="ctr">
            <a:noFill/>
            <a:prstDash val="sysDot"/>
            <a:miter lim="800000"/>
            <a:headEnd/>
            <a:tailEnd/>
          </a:ln>
          <a:effectLst/>
        </p:spPr>
        <p:txBody>
          <a:bodyPr wrap="none" lIns="36000" tIns="36000" rIns="36000" bIns="36000" anchor="ctr">
            <a:spAutoFit/>
          </a:bodyPr>
          <a:lstStyle/>
          <a:p>
            <a:pPr marL="457200" indent="-457200" algn="ctr">
              <a:defRPr/>
            </a:pPr>
            <a:r>
              <a:rPr lang="ko-KR" altLang="en-US" sz="3600" dirty="0"/>
              <a:t>개발가이드</a:t>
            </a:r>
            <a:endParaRPr kumimoji="0" lang="ko-KR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산돌고딕B" pitchFamily="18" charset="-127"/>
              <a:ea typeface="산돌고딕B" pitchFamily="18" charset="-127"/>
            </a:endParaRPr>
          </a:p>
        </p:txBody>
      </p:sp>
      <p:sp>
        <p:nvSpPr>
          <p:cNvPr id="10" name="Rectangle 41"/>
          <p:cNvSpPr>
            <a:spLocks noChangeArrowheads="1"/>
          </p:cNvSpPr>
          <p:nvPr/>
        </p:nvSpPr>
        <p:spPr bwMode="auto">
          <a:xfrm>
            <a:off x="1692275" y="4792663"/>
            <a:ext cx="5583238" cy="1549400"/>
          </a:xfrm>
          <a:prstGeom prst="rect">
            <a:avLst/>
          </a:prstGeom>
          <a:noFill/>
          <a:ln w="9525" cap="rnd" algn="ctr">
            <a:noFill/>
            <a:prstDash val="sysDot"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/>
          <a:p>
            <a:pPr marL="457200" indent="-457200" algn="ctr" eaLnBrk="1" latinLnBrk="1" hangingPunct="1">
              <a:defRPr/>
            </a:pPr>
            <a:endParaRPr kumimoji="0" lang="en-US" altLang="ko-KR" sz="24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산돌고딕B" pitchFamily="18" charset="-127"/>
              <a:ea typeface="산돌고딕B" pitchFamily="18" charset="-127"/>
            </a:endParaRPr>
          </a:p>
          <a:p>
            <a:pPr marL="457200" indent="-457200" algn="ctr" eaLnBrk="1" latinLnBrk="1" hangingPunct="1">
              <a:defRPr/>
            </a:pPr>
            <a:endParaRPr kumimoji="0" lang="en-US" altLang="ko-KR" sz="24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산돌고딕B" pitchFamily="18" charset="-127"/>
              <a:ea typeface="산돌고딕B" pitchFamily="18" charset="-127"/>
            </a:endParaRPr>
          </a:p>
          <a:p>
            <a:pPr marL="457200" indent="-457200" algn="ctr" eaLnBrk="1" latinLnBrk="1" hangingPunct="1">
              <a:defRPr/>
            </a:pPr>
            <a:endParaRPr kumimoji="0" lang="en-US" altLang="ko-KR" sz="24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산돌고딕B" pitchFamily="18" charset="-127"/>
              <a:ea typeface="산돌고딕B" pitchFamily="18" charset="-127"/>
            </a:endParaRPr>
          </a:p>
          <a:p>
            <a:pPr marL="457200" indent="-457200" algn="ctr" eaLnBrk="1" latinLnBrk="1" hangingPunct="1">
              <a:defRPr/>
            </a:pPr>
            <a:endParaRPr kumimoji="0" lang="ko-KR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산돌고딕B" pitchFamily="18" charset="-127"/>
              <a:ea typeface="산돌고딕B" pitchFamily="18" charset="-127"/>
            </a:endParaRPr>
          </a:p>
        </p:txBody>
      </p:sp>
      <p:sp>
        <p:nvSpPr>
          <p:cNvPr id="13318" name="Freeform 977"/>
          <p:cNvSpPr>
            <a:spLocks/>
          </p:cNvSpPr>
          <p:nvPr/>
        </p:nvSpPr>
        <p:spPr bwMode="gray">
          <a:xfrm>
            <a:off x="0" y="2133600"/>
            <a:ext cx="9148763" cy="719138"/>
          </a:xfrm>
          <a:custGeom>
            <a:avLst/>
            <a:gdLst>
              <a:gd name="T0" fmla="*/ 2147483647 w 5780"/>
              <a:gd name="T1" fmla="*/ 2147483647 h 365"/>
              <a:gd name="T2" fmla="*/ 2147483647 w 5780"/>
              <a:gd name="T3" fmla="*/ 2147483647 h 365"/>
              <a:gd name="T4" fmla="*/ 0 w 5780"/>
              <a:gd name="T5" fmla="*/ 2147483647 h 365"/>
              <a:gd name="T6" fmla="*/ 2147483647 w 5780"/>
              <a:gd name="T7" fmla="*/ 2147483647 h 365"/>
              <a:gd name="T8" fmla="*/ 0 60000 65536"/>
              <a:gd name="T9" fmla="*/ 0 60000 65536"/>
              <a:gd name="T10" fmla="*/ 0 60000 65536"/>
              <a:gd name="T11" fmla="*/ 0 60000 65536"/>
              <a:gd name="T12" fmla="*/ 0 w 5780"/>
              <a:gd name="T13" fmla="*/ 0 h 365"/>
              <a:gd name="T14" fmla="*/ 5780 w 5780"/>
              <a:gd name="T15" fmla="*/ 365 h 3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80" h="365">
                <a:moveTo>
                  <a:pt x="3001" y="12"/>
                </a:moveTo>
                <a:cubicBezTo>
                  <a:pt x="5072" y="24"/>
                  <a:pt x="5780" y="322"/>
                  <a:pt x="5777" y="342"/>
                </a:cubicBezTo>
                <a:lnTo>
                  <a:pt x="0" y="365"/>
                </a:lnTo>
                <a:cubicBezTo>
                  <a:pt x="295" y="258"/>
                  <a:pt x="930" y="0"/>
                  <a:pt x="3001" y="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19" name="그림 7" descr="SSSS.png"/>
          <p:cNvSpPr>
            <a:spLocks noChangeAspect="1"/>
          </p:cNvSpPr>
          <p:nvPr/>
        </p:nvSpPr>
        <p:spPr bwMode="auto">
          <a:xfrm>
            <a:off x="107950" y="44450"/>
            <a:ext cx="212407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/>
            <a:endParaRPr lang="ko-KR" altLang="en-US">
              <a:solidFill>
                <a:srgbClr val="000000"/>
              </a:solidFill>
              <a:latin typeface="산돌고딕B" pitchFamily="18" charset="-127"/>
              <a:ea typeface="산돌고딕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968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제목 1"/>
          <p:cNvSpPr>
            <a:spLocks noGrp="1"/>
          </p:cNvSpPr>
          <p:nvPr>
            <p:ph type="title"/>
          </p:nvPr>
        </p:nvSpPr>
        <p:spPr>
          <a:xfrm>
            <a:off x="271463" y="144463"/>
            <a:ext cx="8332787" cy="331787"/>
          </a:xfrm>
        </p:spPr>
        <p:txBody>
          <a:bodyPr/>
          <a:lstStyle/>
          <a:p>
            <a:r>
              <a:rPr lang="ko-KR" altLang="en-US" dirty="0" smtClean="0"/>
              <a:t>개정 이력</a:t>
            </a:r>
            <a:endParaRPr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418FFE2-B1E5-4936-97CA-F4EDE6DB4627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  <p:graphicFrame>
        <p:nvGraphicFramePr>
          <p:cNvPr id="6" name="Group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273650"/>
              </p:ext>
            </p:extLst>
          </p:nvPr>
        </p:nvGraphicFramePr>
        <p:xfrm>
          <a:off x="395536" y="836712"/>
          <a:ext cx="8359526" cy="5307525"/>
        </p:xfrm>
        <a:graphic>
          <a:graphicData uri="http://schemas.openxmlformats.org/drawingml/2006/table">
            <a:tbl>
              <a:tblPr/>
              <a:tblGrid>
                <a:gridCol w="77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3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2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2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버전</a:t>
                      </a: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개정 내용</a:t>
                      </a: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개정일</a:t>
                      </a: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작성자</a:t>
                      </a: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작성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2016.12.06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김원국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1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0"/>
          <p:cNvSpPr>
            <a:spLocks noGrp="1"/>
          </p:cNvSpPr>
          <p:nvPr>
            <p:ph type="title" idx="4294967295"/>
          </p:nvPr>
        </p:nvSpPr>
        <p:spPr>
          <a:xfrm>
            <a:off x="207963" y="2781300"/>
            <a:ext cx="8936037" cy="969963"/>
          </a:xfrm>
        </p:spPr>
        <p:txBody>
          <a:bodyPr/>
          <a:lstStyle/>
          <a:p>
            <a:pPr algn="ctr"/>
            <a:r>
              <a:rPr lang="ko-KR" altLang="en-US" sz="3600" b="1" dirty="0" smtClean="0"/>
              <a:t>개발방법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332656"/>
            <a:ext cx="91440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50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 smtClean="0"/>
              <a:t>Ⅰ.  </a:t>
            </a:r>
            <a:r>
              <a:rPr lang="ko-KR" altLang="en-US" dirty="0" smtClean="0"/>
              <a:t>개발방법</a:t>
            </a:r>
            <a:endParaRPr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  <p:sp>
        <p:nvSpPr>
          <p:cNvPr id="5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화면 단위 </a:t>
            </a:r>
            <a:r>
              <a:rPr kumimoji="0" lang="en-US" altLang="ko-KR" sz="1600" b="1" dirty="0" smtClean="0">
                <a:latin typeface="+mn-ea"/>
                <a:ea typeface="+mn-ea"/>
              </a:rPr>
              <a:t>- JSP </a:t>
            </a:r>
            <a:r>
              <a:rPr kumimoji="0" lang="ko-KR" altLang="en-US" sz="1600" b="1" dirty="0" smtClean="0">
                <a:latin typeface="+mn-ea"/>
                <a:ea typeface="+mn-ea"/>
              </a:rPr>
              <a:t>소스 적용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63" y="1052736"/>
            <a:ext cx="8352928" cy="1360240"/>
          </a:xfrm>
          <a:prstGeom prst="rect">
            <a:avLst/>
          </a:prstGeom>
        </p:spPr>
      </p:pic>
      <p:sp>
        <p:nvSpPr>
          <p:cNvPr id="15" name="Rectangle 187"/>
          <p:cNvSpPr txBox="1">
            <a:spLocks noChangeArrowheads="1"/>
          </p:cNvSpPr>
          <p:nvPr/>
        </p:nvSpPr>
        <p:spPr bwMode="auto">
          <a:xfrm>
            <a:off x="372814" y="2588071"/>
            <a:ext cx="83756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dirty="0" smtClean="0">
                <a:latin typeface="+mn-ea"/>
                <a:ea typeface="+mn-ea"/>
              </a:rPr>
              <a:t>1) Table</a:t>
            </a:r>
            <a:r>
              <a:rPr kumimoji="0" lang="ko-KR" altLang="en-US" sz="1600" dirty="0" smtClean="0">
                <a:latin typeface="+mn-ea"/>
                <a:ea typeface="+mn-ea"/>
              </a:rPr>
              <a:t>은 </a:t>
            </a:r>
            <a:r>
              <a:rPr kumimoji="0" lang="en-US" altLang="ko-KR" sz="1600" dirty="0" err="1" smtClean="0">
                <a:latin typeface="+mn-ea"/>
                <a:ea typeface="+mn-ea"/>
              </a:rPr>
              <a:t>Th</a:t>
            </a:r>
            <a:r>
              <a:rPr kumimoji="0" lang="ko-KR" altLang="en-US" sz="1600" dirty="0" smtClean="0">
                <a:latin typeface="+mn-ea"/>
                <a:ea typeface="+mn-ea"/>
              </a:rPr>
              <a:t>안에 </a:t>
            </a:r>
            <a:r>
              <a:rPr kumimoji="0" lang="en-US" altLang="ko-KR" sz="1600" dirty="0" smtClean="0">
                <a:latin typeface="+mn-ea"/>
                <a:ea typeface="+mn-ea"/>
              </a:rPr>
              <a:t>data-options</a:t>
            </a:r>
            <a:r>
              <a:rPr kumimoji="0" lang="ko-KR" altLang="en-US" sz="1600" dirty="0" smtClean="0">
                <a:latin typeface="+mn-ea"/>
                <a:ea typeface="+mn-ea"/>
              </a:rPr>
              <a:t>안에 정의를 </a:t>
            </a:r>
            <a:r>
              <a:rPr kumimoji="0" lang="ko-KR" altLang="en-US" sz="1600" dirty="0" err="1" smtClean="0">
                <a:latin typeface="+mn-ea"/>
                <a:ea typeface="+mn-ea"/>
              </a:rPr>
              <a:t>해줘야한다</a:t>
            </a:r>
            <a:r>
              <a:rPr kumimoji="0" lang="en-US" altLang="ko-KR" sz="1600" dirty="0" smtClean="0">
                <a:latin typeface="+mn-ea"/>
                <a:ea typeface="+mn-ea"/>
              </a:rPr>
              <a:t>.</a:t>
            </a:r>
          </a:p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dirty="0" smtClean="0">
                <a:latin typeface="+mn-ea"/>
                <a:ea typeface="+mn-ea"/>
              </a:rPr>
              <a:t>2) </a:t>
            </a:r>
            <a:r>
              <a:rPr kumimoji="0" lang="en-US" altLang="ko-KR" sz="1600" dirty="0" err="1" smtClean="0">
                <a:latin typeface="+mn-ea"/>
                <a:ea typeface="+mn-ea"/>
              </a:rPr>
              <a:t>data_item</a:t>
            </a:r>
            <a:r>
              <a:rPr kumimoji="0" lang="en-US" altLang="ko-KR" sz="1600" dirty="0" smtClean="0">
                <a:latin typeface="+mn-ea"/>
                <a:ea typeface="+mn-ea"/>
              </a:rPr>
              <a:t>:’</a:t>
            </a:r>
            <a:r>
              <a:rPr kumimoji="0" lang="ko-KR" altLang="en-US" sz="1600" dirty="0" err="1" smtClean="0">
                <a:latin typeface="+mn-ea"/>
                <a:ea typeface="+mn-ea"/>
              </a:rPr>
              <a:t>해당아이디</a:t>
            </a:r>
            <a:r>
              <a:rPr kumimoji="0" lang="en-US" altLang="ko-KR" sz="1600" dirty="0" smtClean="0">
                <a:latin typeface="+mn-ea"/>
                <a:ea typeface="+mn-ea"/>
              </a:rPr>
              <a:t>’</a:t>
            </a:r>
            <a:r>
              <a:rPr kumimoji="0" lang="ko-KR" altLang="en-US" sz="1600" dirty="0" smtClean="0">
                <a:latin typeface="+mn-ea"/>
                <a:ea typeface="+mn-ea"/>
              </a:rPr>
              <a:t>를 </a:t>
            </a:r>
            <a:r>
              <a:rPr kumimoji="0" lang="ko-KR" altLang="en-US" sz="1600" dirty="0" err="1" smtClean="0">
                <a:latin typeface="+mn-ea"/>
                <a:ea typeface="+mn-ea"/>
              </a:rPr>
              <a:t>입력후</a:t>
            </a:r>
            <a:r>
              <a:rPr kumimoji="0" lang="ko-KR" altLang="en-US" sz="1600" dirty="0" smtClean="0">
                <a:latin typeface="+mn-ea"/>
                <a:ea typeface="+mn-ea"/>
              </a:rPr>
              <a:t> </a:t>
            </a:r>
            <a:r>
              <a:rPr kumimoji="0" lang="ko-KR" altLang="en-US" sz="1600" dirty="0" err="1" smtClean="0">
                <a:latin typeface="+mn-ea"/>
                <a:ea typeface="+mn-ea"/>
              </a:rPr>
              <a:t>하면된다</a:t>
            </a:r>
            <a:r>
              <a:rPr kumimoji="0" lang="en-US" altLang="ko-KR" sz="1600" dirty="0" smtClean="0">
                <a:latin typeface="+mn-ea"/>
                <a:ea typeface="+mn-ea"/>
              </a:rPr>
              <a:t>.</a:t>
            </a:r>
            <a:endParaRPr kumimoji="0" lang="en-US" altLang="ko-KR" sz="1600" dirty="0"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35" y="3370003"/>
            <a:ext cx="8641655" cy="617261"/>
          </a:xfrm>
          <a:prstGeom prst="rect">
            <a:avLst/>
          </a:prstGeom>
        </p:spPr>
      </p:pic>
      <p:sp>
        <p:nvSpPr>
          <p:cNvPr id="16" name="Rectangle 187"/>
          <p:cNvSpPr txBox="1">
            <a:spLocks noChangeArrowheads="1"/>
          </p:cNvSpPr>
          <p:nvPr/>
        </p:nvSpPr>
        <p:spPr bwMode="auto">
          <a:xfrm>
            <a:off x="395536" y="4100239"/>
            <a:ext cx="83756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AutoNum type="arabicParenR"/>
              <a:defRPr/>
            </a:pPr>
            <a:r>
              <a:rPr kumimoji="0" lang="ko-KR" altLang="en-US" sz="1600" dirty="0" err="1" smtClean="0">
                <a:latin typeface="+mn-ea"/>
                <a:ea typeface="+mn-ea"/>
              </a:rPr>
              <a:t>그외에</a:t>
            </a:r>
            <a:r>
              <a:rPr kumimoji="0" lang="ko-KR" altLang="en-US" sz="1600" dirty="0" smtClean="0">
                <a:latin typeface="+mn-ea"/>
                <a:ea typeface="+mn-ea"/>
              </a:rPr>
              <a:t> 버튼이나 라벨 등의 객체들은 </a:t>
            </a:r>
            <a:r>
              <a:rPr kumimoji="0" lang="en-US" altLang="ko-KR" sz="1600" dirty="0" smtClean="0">
                <a:latin typeface="+mn-ea"/>
                <a:ea typeface="+mn-ea"/>
              </a:rPr>
              <a:t>data-item</a:t>
            </a:r>
            <a:r>
              <a:rPr kumimoji="0" lang="ko-KR" altLang="en-US" sz="1600" dirty="0" smtClean="0">
                <a:latin typeface="+mn-ea"/>
                <a:ea typeface="+mn-ea"/>
              </a:rPr>
              <a:t>이라고 </a:t>
            </a:r>
            <a:r>
              <a:rPr kumimoji="0" lang="ko-KR" altLang="en-US" sz="1600" dirty="0" err="1" smtClean="0">
                <a:latin typeface="+mn-ea"/>
                <a:ea typeface="+mn-ea"/>
              </a:rPr>
              <a:t>기입후</a:t>
            </a:r>
            <a:r>
              <a:rPr kumimoji="0" lang="ko-KR" altLang="en-US" sz="1600" dirty="0" smtClean="0">
                <a:latin typeface="+mn-ea"/>
                <a:ea typeface="+mn-ea"/>
              </a:rPr>
              <a:t> 해당아이디를 입력을 </a:t>
            </a:r>
            <a:endParaRPr kumimoji="0" lang="en-US" altLang="ko-KR" sz="1600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dirty="0">
                <a:latin typeface="+mn-ea"/>
                <a:ea typeface="+mn-ea"/>
              </a:rPr>
              <a:t> </a:t>
            </a:r>
            <a:r>
              <a:rPr kumimoji="0" lang="en-US" altLang="ko-KR" sz="1600" dirty="0" smtClean="0">
                <a:latin typeface="+mn-ea"/>
                <a:ea typeface="+mn-ea"/>
              </a:rPr>
              <a:t>    </a:t>
            </a:r>
            <a:r>
              <a:rPr kumimoji="0" lang="ko-KR" altLang="en-US" sz="1600" dirty="0" err="1" smtClean="0">
                <a:latin typeface="+mn-ea"/>
                <a:ea typeface="+mn-ea"/>
              </a:rPr>
              <a:t>하면된다</a:t>
            </a:r>
            <a:r>
              <a:rPr kumimoji="0" lang="en-US" altLang="ko-KR" sz="1600" dirty="0" smtClean="0">
                <a:latin typeface="+mn-ea"/>
                <a:ea typeface="+mn-ea"/>
              </a:rPr>
              <a:t>.</a:t>
            </a:r>
            <a:endParaRPr kumimoji="0" lang="en-US" altLang="ko-KR" sz="16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 smtClean="0"/>
              <a:t>Ⅰ.  </a:t>
            </a:r>
            <a:r>
              <a:rPr lang="ko-KR" altLang="en-US" dirty="0" smtClean="0"/>
              <a:t>개발방법</a:t>
            </a:r>
            <a:endParaRPr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  <p:sp>
        <p:nvSpPr>
          <p:cNvPr id="5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>
                <a:latin typeface="+mj-lt"/>
              </a:rPr>
              <a:t>화면 단위 </a:t>
            </a:r>
            <a:r>
              <a:rPr kumimoji="0" lang="en-US" altLang="ko-KR" sz="1600" b="1" dirty="0">
                <a:latin typeface="+mj-lt"/>
              </a:rPr>
              <a:t>- JSP </a:t>
            </a:r>
            <a:r>
              <a:rPr kumimoji="0" lang="ko-KR" altLang="en-US" sz="1600" b="1" dirty="0">
                <a:latin typeface="+mj-lt"/>
              </a:rPr>
              <a:t>소스 적용</a:t>
            </a:r>
            <a:endParaRPr kumimoji="0" lang="en-US" altLang="ko-KR" sz="1600" b="1" dirty="0">
              <a:latin typeface="+mj-lt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196752"/>
            <a:ext cx="1962150" cy="542925"/>
          </a:xfrm>
          <a:prstGeom prst="rect">
            <a:avLst/>
          </a:prstGeom>
        </p:spPr>
      </p:pic>
      <p:sp>
        <p:nvSpPr>
          <p:cNvPr id="10" name="Rectangle 187"/>
          <p:cNvSpPr txBox="1">
            <a:spLocks noChangeArrowheads="1"/>
          </p:cNvSpPr>
          <p:nvPr/>
        </p:nvSpPr>
        <p:spPr bwMode="auto">
          <a:xfrm>
            <a:off x="395536" y="2300039"/>
            <a:ext cx="83756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dirty="0" smtClean="0">
                <a:latin typeface="+mn-ea"/>
                <a:ea typeface="+mn-ea"/>
              </a:rPr>
              <a:t>1) </a:t>
            </a:r>
            <a:r>
              <a:rPr kumimoji="0" lang="en-US" altLang="ko-KR" sz="1600" dirty="0" err="1" smtClean="0">
                <a:latin typeface="+mn-ea"/>
                <a:ea typeface="+mn-ea"/>
              </a:rPr>
              <a:t>Cumstom</a:t>
            </a:r>
            <a:r>
              <a:rPr kumimoji="0" lang="en-US" altLang="ko-KR" sz="1600" dirty="0" smtClean="0">
                <a:latin typeface="+mn-ea"/>
                <a:ea typeface="+mn-ea"/>
              </a:rPr>
              <a:t> data set </a:t>
            </a:r>
            <a:r>
              <a:rPr kumimoji="0" lang="ko-KR" altLang="en-US" sz="1600" dirty="0" smtClean="0">
                <a:latin typeface="+mn-ea"/>
                <a:ea typeface="+mn-ea"/>
              </a:rPr>
              <a:t>을 </a:t>
            </a:r>
            <a:r>
              <a:rPr kumimoji="0" lang="ko-KR" altLang="en-US" sz="1600" dirty="0" err="1" smtClean="0">
                <a:latin typeface="+mn-ea"/>
                <a:ea typeface="+mn-ea"/>
              </a:rPr>
              <a:t>셋팅후</a:t>
            </a:r>
            <a:r>
              <a:rPr kumimoji="0" lang="ko-KR" altLang="en-US" sz="1600" dirty="0" smtClean="0">
                <a:latin typeface="+mn-ea"/>
                <a:ea typeface="+mn-ea"/>
              </a:rPr>
              <a:t> </a:t>
            </a:r>
            <a:r>
              <a:rPr kumimoji="0" lang="ko-KR" altLang="en-US" sz="1600" dirty="0" err="1" smtClean="0">
                <a:latin typeface="+mn-ea"/>
                <a:ea typeface="+mn-ea"/>
              </a:rPr>
              <a:t>화면단위의</a:t>
            </a:r>
            <a:r>
              <a:rPr kumimoji="0" lang="ko-KR" altLang="en-US" sz="1600" dirty="0" smtClean="0">
                <a:latin typeface="+mn-ea"/>
                <a:ea typeface="+mn-ea"/>
              </a:rPr>
              <a:t> 저장 버튼은 네비게이션 버튼에 있다</a:t>
            </a:r>
            <a:r>
              <a:rPr kumimoji="0" lang="en-US" altLang="ko-KR" sz="1600" dirty="0" smtClean="0">
                <a:latin typeface="+mn-ea"/>
                <a:ea typeface="+mn-ea"/>
              </a:rPr>
              <a:t>.</a:t>
            </a: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1752253"/>
            <a:ext cx="741045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30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 smtClean="0"/>
              <a:t>Ⅰ.  </a:t>
            </a:r>
            <a:r>
              <a:rPr lang="ko-KR" altLang="en-US" dirty="0" smtClean="0"/>
              <a:t>개발방법</a:t>
            </a:r>
            <a:endParaRPr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  <p:sp>
        <p:nvSpPr>
          <p:cNvPr id="5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>
                <a:latin typeface="+mn-ea"/>
              </a:rPr>
              <a:t>화면 단위 </a:t>
            </a:r>
            <a:r>
              <a:rPr kumimoji="0" lang="en-US" altLang="ko-KR" sz="1600" b="1" dirty="0">
                <a:latin typeface="+mn-ea"/>
              </a:rPr>
              <a:t>- </a:t>
            </a:r>
            <a:r>
              <a:rPr kumimoji="0" lang="en-US" altLang="ko-KR" sz="1600" b="1" dirty="0" smtClean="0">
                <a:latin typeface="+mn-ea"/>
              </a:rPr>
              <a:t>JS </a:t>
            </a:r>
            <a:r>
              <a:rPr kumimoji="0" lang="ko-KR" altLang="en-US" sz="1600" b="1" dirty="0">
                <a:latin typeface="+mn-ea"/>
              </a:rPr>
              <a:t>소스 적용</a:t>
            </a:r>
            <a:endParaRPr kumimoji="0" lang="en-US" altLang="ko-KR" sz="1600" b="1" dirty="0">
              <a:latin typeface="+mn-ea"/>
            </a:endParaRPr>
          </a:p>
        </p:txBody>
      </p:sp>
      <p:sp>
        <p:nvSpPr>
          <p:cNvPr id="10" name="Rectangle 187"/>
          <p:cNvSpPr txBox="1">
            <a:spLocks noChangeArrowheads="1"/>
          </p:cNvSpPr>
          <p:nvPr/>
        </p:nvSpPr>
        <p:spPr bwMode="auto">
          <a:xfrm>
            <a:off x="395536" y="2300039"/>
            <a:ext cx="83756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AutoNum type="arabicParenR"/>
              <a:defRPr/>
            </a:pPr>
            <a:r>
              <a:rPr kumimoji="0" lang="en-US" altLang="ko-KR" sz="1600" dirty="0" smtClean="0">
                <a:latin typeface="+mn-ea"/>
                <a:ea typeface="+mn-ea"/>
              </a:rPr>
              <a:t>JSP</a:t>
            </a:r>
            <a:r>
              <a:rPr kumimoji="0" lang="ko-KR" altLang="en-US" sz="1600" dirty="0" smtClean="0">
                <a:latin typeface="+mn-ea"/>
                <a:ea typeface="+mn-ea"/>
              </a:rPr>
              <a:t>에서 그리드를 만드는 경우가 아닐 경우가 있다</a:t>
            </a:r>
            <a:r>
              <a:rPr kumimoji="0" lang="en-US" altLang="ko-KR" sz="1600" dirty="0" smtClean="0">
                <a:latin typeface="+mn-ea"/>
                <a:ea typeface="+mn-ea"/>
              </a:rPr>
              <a:t>. </a:t>
            </a:r>
            <a:r>
              <a:rPr kumimoji="0" lang="ko-KR" altLang="en-US" sz="1600" dirty="0" err="1" smtClean="0">
                <a:latin typeface="+mn-ea"/>
                <a:ea typeface="+mn-ea"/>
              </a:rPr>
              <a:t>그떄는</a:t>
            </a:r>
            <a:r>
              <a:rPr kumimoji="0" lang="ko-KR" altLang="en-US" sz="1600" dirty="0" smtClean="0">
                <a:latin typeface="+mn-ea"/>
                <a:ea typeface="+mn-ea"/>
              </a:rPr>
              <a:t> 위와 같이 </a:t>
            </a:r>
            <a:r>
              <a:rPr kumimoji="0" lang="en-US" altLang="ko-KR" sz="1600" dirty="0" smtClean="0">
                <a:latin typeface="+mn-ea"/>
                <a:ea typeface="+mn-ea"/>
              </a:rPr>
              <a:t>data</a:t>
            </a:r>
            <a:r>
              <a:rPr kumimoji="0" lang="ko-KR" altLang="en-US" sz="1600" dirty="0" smtClean="0">
                <a:latin typeface="+mn-ea"/>
                <a:ea typeface="+mn-ea"/>
              </a:rPr>
              <a:t>를 </a:t>
            </a:r>
            <a:r>
              <a:rPr kumimoji="0" lang="ko-KR" altLang="en-US" sz="1600" dirty="0" err="1" smtClean="0">
                <a:latin typeface="+mn-ea"/>
                <a:ea typeface="+mn-ea"/>
              </a:rPr>
              <a:t>셋팅해</a:t>
            </a:r>
            <a:r>
              <a:rPr kumimoji="0" lang="ko-KR" altLang="en-US" sz="1600" dirty="0" smtClean="0">
                <a:latin typeface="+mn-ea"/>
                <a:ea typeface="+mn-ea"/>
              </a:rPr>
              <a:t>         </a:t>
            </a:r>
            <a:r>
              <a:rPr kumimoji="0" lang="ko-KR" altLang="en-US" sz="1600" dirty="0" err="1" smtClean="0">
                <a:latin typeface="+mn-ea"/>
                <a:ea typeface="+mn-ea"/>
              </a:rPr>
              <a:t>주면된다</a:t>
            </a:r>
            <a:r>
              <a:rPr kumimoji="0" lang="en-US" altLang="ko-KR" sz="1600" dirty="0" smtClean="0">
                <a:latin typeface="+mn-ea"/>
                <a:ea typeface="+mn-ea"/>
              </a:rPr>
              <a:t>.</a:t>
            </a:r>
          </a:p>
          <a:p>
            <a:pPr marL="342900" indent="-342900" eaLnBrk="0" hangingPunct="0">
              <a:spcBef>
                <a:spcPts val="600"/>
              </a:spcBef>
              <a:buAutoNum type="arabicParenR"/>
              <a:defRPr/>
            </a:pPr>
            <a:endParaRPr kumimoji="0" lang="en-US" altLang="ko-KR" sz="1600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dirty="0">
              <a:latin typeface="+mn-ea"/>
              <a:ea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63" y="898401"/>
            <a:ext cx="8015361" cy="136775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3137990"/>
            <a:ext cx="4514850" cy="1781175"/>
          </a:xfrm>
          <a:prstGeom prst="rect">
            <a:avLst/>
          </a:prstGeom>
        </p:spPr>
      </p:pic>
      <p:sp>
        <p:nvSpPr>
          <p:cNvPr id="11" name="Rectangle 187"/>
          <p:cNvSpPr txBox="1">
            <a:spLocks noChangeArrowheads="1"/>
          </p:cNvSpPr>
          <p:nvPr/>
        </p:nvSpPr>
        <p:spPr bwMode="auto">
          <a:xfrm>
            <a:off x="395536" y="4941168"/>
            <a:ext cx="83756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AutoNum type="arabicParenR"/>
              <a:defRPr/>
            </a:pPr>
            <a:r>
              <a:rPr kumimoji="0" lang="ko-KR" altLang="en-US" sz="1600" dirty="0" err="1" smtClean="0">
                <a:latin typeface="+mn-ea"/>
                <a:ea typeface="+mn-ea"/>
              </a:rPr>
              <a:t>저장후</a:t>
            </a:r>
            <a:r>
              <a:rPr kumimoji="0" lang="ko-KR" altLang="en-US" sz="1600" dirty="0" smtClean="0">
                <a:latin typeface="+mn-ea"/>
                <a:ea typeface="+mn-ea"/>
              </a:rPr>
              <a:t> 데이터를 </a:t>
            </a:r>
            <a:r>
              <a:rPr kumimoji="0" lang="ko-KR" altLang="en-US" sz="1600" dirty="0" err="1" smtClean="0">
                <a:latin typeface="+mn-ea"/>
                <a:ea typeface="+mn-ea"/>
              </a:rPr>
              <a:t>불러오는함수는</a:t>
            </a:r>
            <a:r>
              <a:rPr kumimoji="0" lang="ko-KR" altLang="en-US" sz="1600" dirty="0" smtClean="0">
                <a:latin typeface="+mn-ea"/>
                <a:ea typeface="+mn-ea"/>
              </a:rPr>
              <a:t> </a:t>
            </a:r>
            <a:r>
              <a:rPr kumimoji="0" lang="en-US" altLang="ko-KR" sz="1600" dirty="0" err="1" smtClean="0">
                <a:latin typeface="+mn-ea"/>
                <a:ea typeface="+mn-ea"/>
              </a:rPr>
              <a:t>doLangSettingTable</a:t>
            </a:r>
            <a:r>
              <a:rPr kumimoji="0" lang="en-US" altLang="ko-KR" sz="1600" dirty="0" smtClean="0">
                <a:latin typeface="+mn-ea"/>
                <a:ea typeface="+mn-ea"/>
              </a:rPr>
              <a:t>() </a:t>
            </a:r>
            <a:r>
              <a:rPr kumimoji="0" lang="ko-KR" altLang="en-US" sz="1600" dirty="0" smtClean="0">
                <a:latin typeface="+mn-ea"/>
                <a:ea typeface="+mn-ea"/>
              </a:rPr>
              <a:t>함수를 호출하면 된다</a:t>
            </a:r>
            <a:r>
              <a:rPr kumimoji="0" lang="en-US" altLang="ko-KR" sz="1600" dirty="0" smtClean="0">
                <a:latin typeface="+mn-ea"/>
                <a:ea typeface="+mn-ea"/>
              </a:rPr>
              <a:t>.</a:t>
            </a:r>
          </a:p>
          <a:p>
            <a:pPr marL="342900" indent="-342900" eaLnBrk="0" hangingPunct="0">
              <a:spcBef>
                <a:spcPts val="600"/>
              </a:spcBef>
              <a:buAutoNum type="arabicParenR"/>
              <a:defRPr/>
            </a:pPr>
            <a:r>
              <a:rPr kumimoji="0" lang="ko-KR" altLang="en-US" sz="1600" dirty="0" smtClean="0">
                <a:latin typeface="+mn-ea"/>
                <a:ea typeface="+mn-ea"/>
              </a:rPr>
              <a:t>예외적으로 그리드 화면을 안쓰는 경우에는 </a:t>
            </a:r>
            <a:r>
              <a:rPr kumimoji="0" lang="en-US" altLang="ko-KR" sz="1600" dirty="0" err="1" smtClean="0">
                <a:latin typeface="+mn-ea"/>
                <a:ea typeface="+mn-ea"/>
              </a:rPr>
              <a:t>doLangSettingPage</a:t>
            </a:r>
            <a:r>
              <a:rPr kumimoji="0" lang="en-US" altLang="ko-KR" sz="1600" dirty="0" smtClean="0">
                <a:latin typeface="+mn-ea"/>
                <a:ea typeface="+mn-ea"/>
              </a:rPr>
              <a:t>()</a:t>
            </a:r>
            <a:r>
              <a:rPr kumimoji="0" lang="ko-KR" altLang="en-US" sz="1600" dirty="0" smtClean="0">
                <a:latin typeface="+mn-ea"/>
                <a:ea typeface="+mn-ea"/>
              </a:rPr>
              <a:t>함수를 호출하면 된다</a:t>
            </a:r>
            <a:r>
              <a:rPr kumimoji="0" lang="en-US" altLang="ko-KR" sz="1600" dirty="0" smtClean="0">
                <a:latin typeface="+mn-ea"/>
                <a:ea typeface="+mn-ea"/>
              </a:rPr>
              <a:t>.</a:t>
            </a: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982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 smtClean="0"/>
              <a:t>Ⅰ.  </a:t>
            </a:r>
            <a:r>
              <a:rPr lang="ko-KR" altLang="en-US" dirty="0" smtClean="0"/>
              <a:t>개발방법</a:t>
            </a:r>
            <a:endParaRPr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  <p:sp>
        <p:nvSpPr>
          <p:cNvPr id="5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팝업 </a:t>
            </a:r>
            <a:r>
              <a:rPr kumimoji="0" lang="en-US" altLang="ko-KR" sz="1600" b="1" dirty="0" smtClean="0">
                <a:latin typeface="+mn-ea"/>
                <a:ea typeface="+mn-ea"/>
              </a:rPr>
              <a:t>- JSP </a:t>
            </a:r>
            <a:r>
              <a:rPr kumimoji="0" lang="ko-KR" altLang="en-US" sz="1600" b="1" dirty="0" smtClean="0">
                <a:latin typeface="+mn-ea"/>
                <a:ea typeface="+mn-ea"/>
              </a:rPr>
              <a:t>소스 적용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16" name="Rectangle 187"/>
          <p:cNvSpPr txBox="1">
            <a:spLocks noChangeArrowheads="1"/>
          </p:cNvSpPr>
          <p:nvPr/>
        </p:nvSpPr>
        <p:spPr bwMode="auto">
          <a:xfrm>
            <a:off x="395536" y="3596183"/>
            <a:ext cx="83756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AutoNum type="arabicParenR"/>
              <a:defRPr/>
            </a:pPr>
            <a:r>
              <a:rPr kumimoji="0" lang="ko-KR" altLang="en-US" sz="1600" dirty="0" smtClean="0">
                <a:latin typeface="+mn-ea"/>
                <a:ea typeface="+mn-ea"/>
              </a:rPr>
              <a:t>팝업의 경우에는 </a:t>
            </a:r>
            <a:r>
              <a:rPr kumimoji="0" lang="en-US" altLang="ko-KR" sz="1600" dirty="0" smtClean="0">
                <a:latin typeface="+mn-ea"/>
                <a:ea typeface="+mn-ea"/>
              </a:rPr>
              <a:t>data-popup</a:t>
            </a:r>
            <a:r>
              <a:rPr kumimoji="0" lang="ko-KR" altLang="en-US" sz="1600" dirty="0" smtClean="0">
                <a:latin typeface="+mn-ea"/>
                <a:ea typeface="+mn-ea"/>
              </a:rPr>
              <a:t>으로 아이디를 </a:t>
            </a:r>
            <a:r>
              <a:rPr kumimoji="0" lang="ko-KR" altLang="en-US" sz="1600" dirty="0" err="1" smtClean="0">
                <a:latin typeface="+mn-ea"/>
                <a:ea typeface="+mn-ea"/>
              </a:rPr>
              <a:t>주면된다</a:t>
            </a:r>
            <a:r>
              <a:rPr kumimoji="0" lang="en-US" altLang="ko-KR" sz="1600" dirty="0" smtClean="0">
                <a:latin typeface="+mn-ea"/>
                <a:ea typeface="+mn-ea"/>
              </a:rPr>
              <a:t>.</a:t>
            </a:r>
          </a:p>
          <a:p>
            <a:pPr marL="342900" indent="-342900" eaLnBrk="0" hangingPunct="0">
              <a:spcBef>
                <a:spcPts val="600"/>
              </a:spcBef>
              <a:buAutoNum type="arabicParenR"/>
              <a:defRPr/>
            </a:pPr>
            <a:r>
              <a:rPr kumimoji="0" lang="ko-KR" altLang="en-US" sz="1600" dirty="0" smtClean="0">
                <a:latin typeface="+mn-ea"/>
                <a:ea typeface="+mn-ea"/>
              </a:rPr>
              <a:t>저장은 </a:t>
            </a:r>
            <a:r>
              <a:rPr kumimoji="0" lang="en-US" altLang="ko-KR" sz="1600" dirty="0" err="1" smtClean="0">
                <a:latin typeface="+mn-ea"/>
                <a:ea typeface="+mn-ea"/>
              </a:rPr>
              <a:t>langTextPopSave</a:t>
            </a:r>
            <a:r>
              <a:rPr kumimoji="0" lang="en-US" altLang="ko-KR" sz="1600" dirty="0" smtClean="0">
                <a:latin typeface="+mn-ea"/>
                <a:ea typeface="+mn-ea"/>
              </a:rPr>
              <a:t>()</a:t>
            </a:r>
            <a:r>
              <a:rPr kumimoji="0" lang="ko-KR" altLang="en-US" sz="1600" dirty="0" smtClean="0">
                <a:latin typeface="+mn-ea"/>
                <a:ea typeface="+mn-ea"/>
              </a:rPr>
              <a:t>함수를 호출하면 된다</a:t>
            </a:r>
            <a:r>
              <a:rPr kumimoji="0" lang="en-US" altLang="ko-KR" sz="1600" dirty="0" smtClean="0">
                <a:latin typeface="+mn-ea"/>
                <a:ea typeface="+mn-ea"/>
              </a:rPr>
              <a:t>. </a:t>
            </a:r>
            <a:r>
              <a:rPr kumimoji="0" lang="ko-KR" altLang="en-US" sz="1600" dirty="0" smtClean="0">
                <a:latin typeface="+mn-ea"/>
                <a:ea typeface="+mn-ea"/>
              </a:rPr>
              <a:t>지금의 경우는 관리자만 </a:t>
            </a:r>
            <a:r>
              <a:rPr kumimoji="0" lang="ko-KR" altLang="en-US" sz="1600" dirty="0" err="1" smtClean="0">
                <a:latin typeface="+mn-ea"/>
                <a:ea typeface="+mn-ea"/>
              </a:rPr>
              <a:t>볼수있도록</a:t>
            </a:r>
            <a:r>
              <a:rPr kumimoji="0" lang="ko-KR" altLang="en-US" sz="1600" dirty="0" smtClean="0">
                <a:latin typeface="+mn-ea"/>
                <a:ea typeface="+mn-ea"/>
              </a:rPr>
              <a:t> 하였다</a:t>
            </a:r>
            <a:r>
              <a:rPr kumimoji="0" lang="en-US" altLang="ko-KR" sz="1600" dirty="0" smtClean="0">
                <a:latin typeface="+mn-ea"/>
                <a:ea typeface="+mn-ea"/>
              </a:rPr>
              <a:t>.</a:t>
            </a:r>
            <a:endParaRPr kumimoji="0" lang="en-US" altLang="ko-KR" sz="1600" dirty="0">
              <a:latin typeface="+mn-ea"/>
              <a:ea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26" y="941165"/>
            <a:ext cx="8174315" cy="248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33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 smtClean="0"/>
              <a:t>Ⅰ.  </a:t>
            </a:r>
            <a:r>
              <a:rPr lang="ko-KR" altLang="en-US" dirty="0" smtClean="0"/>
              <a:t>개발방법</a:t>
            </a:r>
            <a:endParaRPr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  <p:sp>
        <p:nvSpPr>
          <p:cNvPr id="5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팝업 </a:t>
            </a:r>
            <a:r>
              <a:rPr kumimoji="0" lang="en-US" altLang="ko-KR" sz="1600" b="1" dirty="0" smtClean="0">
                <a:latin typeface="+mn-ea"/>
                <a:ea typeface="+mn-ea"/>
              </a:rPr>
              <a:t>- JP </a:t>
            </a:r>
            <a:r>
              <a:rPr kumimoji="0" lang="ko-KR" altLang="en-US" sz="1600" b="1" dirty="0" smtClean="0">
                <a:latin typeface="+mn-ea"/>
                <a:ea typeface="+mn-ea"/>
              </a:rPr>
              <a:t>소스 적용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16" name="Rectangle 187"/>
          <p:cNvSpPr txBox="1">
            <a:spLocks noChangeArrowheads="1"/>
          </p:cNvSpPr>
          <p:nvPr/>
        </p:nvSpPr>
        <p:spPr bwMode="auto">
          <a:xfrm>
            <a:off x="4364149" y="919956"/>
            <a:ext cx="4415210" cy="337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AutoNum type="arabicParenR"/>
              <a:defRPr/>
            </a:pPr>
            <a:r>
              <a:rPr kumimoji="0" lang="ko-KR" altLang="en-US" sz="1600" dirty="0" smtClean="0">
                <a:latin typeface="+mn-ea"/>
                <a:ea typeface="+mn-ea"/>
              </a:rPr>
              <a:t>대부분의 팝업들이 공통 </a:t>
            </a:r>
            <a:r>
              <a:rPr kumimoji="0" lang="en-US" altLang="ko-KR" sz="1600" dirty="0" smtClean="0">
                <a:latin typeface="+mn-ea"/>
                <a:ea typeface="+mn-ea"/>
              </a:rPr>
              <a:t>JS</a:t>
            </a:r>
            <a:r>
              <a:rPr kumimoji="0" lang="ko-KR" altLang="en-US" sz="1600" dirty="0" smtClean="0">
                <a:latin typeface="+mn-ea"/>
                <a:ea typeface="+mn-ea"/>
              </a:rPr>
              <a:t>에 있다</a:t>
            </a:r>
            <a:r>
              <a:rPr kumimoji="0" lang="en-US" altLang="ko-KR" sz="1600" dirty="0" smtClean="0">
                <a:latin typeface="+mn-ea"/>
                <a:ea typeface="+mn-ea"/>
              </a:rPr>
              <a:t>.</a:t>
            </a:r>
            <a:r>
              <a:rPr kumimoji="0" lang="en-US" altLang="ko-KR" sz="1600" dirty="0">
                <a:latin typeface="+mn-ea"/>
                <a:ea typeface="+mn-ea"/>
              </a:rPr>
              <a:t> </a:t>
            </a:r>
            <a:r>
              <a:rPr kumimoji="0" lang="ko-KR" altLang="en-US" sz="1600" dirty="0" smtClean="0">
                <a:latin typeface="+mn-ea"/>
                <a:ea typeface="+mn-ea"/>
              </a:rPr>
              <a:t>파일명은 </a:t>
            </a:r>
            <a:r>
              <a:rPr kumimoji="0" lang="en-US" altLang="ko-KR" sz="1600" dirty="0" smtClean="0">
                <a:latin typeface="+mn-ea"/>
                <a:ea typeface="+mn-ea"/>
              </a:rPr>
              <a:t>Jboard.js</a:t>
            </a:r>
            <a:r>
              <a:rPr kumimoji="0" lang="ko-KR" altLang="en-US" sz="1600" dirty="0" smtClean="0">
                <a:latin typeface="+mn-ea"/>
                <a:ea typeface="+mn-ea"/>
              </a:rPr>
              <a:t>에 </a:t>
            </a:r>
            <a:r>
              <a:rPr kumimoji="0" lang="ko-KR" altLang="en-US" sz="1600" dirty="0" err="1" smtClean="0">
                <a:latin typeface="+mn-ea"/>
                <a:ea typeface="+mn-ea"/>
              </a:rPr>
              <a:t>픽스</a:t>
            </a:r>
            <a:r>
              <a:rPr kumimoji="0" lang="ko-KR" altLang="en-US" sz="1600" dirty="0" smtClean="0">
                <a:latin typeface="+mn-ea"/>
                <a:ea typeface="+mn-ea"/>
              </a:rPr>
              <a:t> 되어 있다</a:t>
            </a:r>
            <a:r>
              <a:rPr kumimoji="0" lang="en-US" altLang="ko-KR" sz="1600" dirty="0" smtClean="0">
                <a:latin typeface="+mn-ea"/>
                <a:ea typeface="+mn-ea"/>
              </a:rPr>
              <a:t>.</a:t>
            </a:r>
          </a:p>
          <a:p>
            <a:pPr marL="342900" indent="-342900" eaLnBrk="0" hangingPunct="0">
              <a:spcBef>
                <a:spcPts val="600"/>
              </a:spcBef>
              <a:buAutoNum type="arabicParenR"/>
              <a:defRPr/>
            </a:pPr>
            <a:r>
              <a:rPr kumimoji="0" lang="ko-KR" altLang="en-US" sz="1600" dirty="0" smtClean="0">
                <a:latin typeface="+mn-ea"/>
                <a:ea typeface="+mn-ea"/>
              </a:rPr>
              <a:t>이것도 동일하게 </a:t>
            </a:r>
            <a:r>
              <a:rPr kumimoji="0" lang="en-US" altLang="ko-KR" sz="1600" dirty="0" err="1" smtClean="0">
                <a:latin typeface="+mn-ea"/>
                <a:ea typeface="+mn-ea"/>
              </a:rPr>
              <a:t>data_popup</a:t>
            </a:r>
            <a:r>
              <a:rPr kumimoji="0" lang="ko-KR" altLang="en-US" sz="1600" dirty="0" smtClean="0">
                <a:latin typeface="+mn-ea"/>
                <a:ea typeface="+mn-ea"/>
              </a:rPr>
              <a:t>이라는 옵션으로 정리를 해두었다</a:t>
            </a:r>
            <a:r>
              <a:rPr kumimoji="0" lang="en-US" altLang="ko-KR" sz="1600" dirty="0" smtClean="0">
                <a:latin typeface="+mn-ea"/>
                <a:ea typeface="+mn-ea"/>
              </a:rPr>
              <a:t>.</a:t>
            </a:r>
          </a:p>
          <a:p>
            <a:pPr marL="342900" indent="-342900" eaLnBrk="0" hangingPunct="0">
              <a:spcBef>
                <a:spcPts val="600"/>
              </a:spcBef>
              <a:buAutoNum type="arabicParenR"/>
              <a:defRPr/>
            </a:pPr>
            <a:r>
              <a:rPr kumimoji="0" lang="ko-KR" altLang="en-US" sz="1600" dirty="0" smtClean="0">
                <a:latin typeface="+mn-ea"/>
                <a:ea typeface="+mn-ea"/>
              </a:rPr>
              <a:t>파일 그리드는 </a:t>
            </a:r>
            <a:r>
              <a:rPr kumimoji="0" lang="ko-KR" altLang="en-US" sz="1600" dirty="0" err="1" smtClean="0">
                <a:latin typeface="+mn-ea"/>
                <a:ea typeface="+mn-ea"/>
              </a:rPr>
              <a:t>아래와같이</a:t>
            </a:r>
            <a:r>
              <a:rPr kumimoji="0" lang="ko-KR" altLang="en-US" sz="1600" dirty="0" smtClean="0">
                <a:latin typeface="+mn-ea"/>
                <a:ea typeface="+mn-ea"/>
              </a:rPr>
              <a:t> 공통 </a:t>
            </a:r>
            <a:r>
              <a:rPr kumimoji="0" lang="en-US" altLang="ko-KR" sz="1600" dirty="0" smtClean="0">
                <a:latin typeface="+mn-ea"/>
                <a:ea typeface="+mn-ea"/>
              </a:rPr>
              <a:t>JS</a:t>
            </a:r>
            <a:r>
              <a:rPr kumimoji="0" lang="ko-KR" altLang="en-US" sz="1600" dirty="0" smtClean="0">
                <a:latin typeface="+mn-ea"/>
                <a:ea typeface="+mn-ea"/>
              </a:rPr>
              <a:t>에 정리되어 있다</a:t>
            </a:r>
            <a:r>
              <a:rPr kumimoji="0" lang="en-US" altLang="ko-KR" sz="1600" dirty="0" smtClean="0">
                <a:latin typeface="+mn-ea"/>
                <a:ea typeface="+mn-ea"/>
              </a:rPr>
              <a:t>. </a:t>
            </a:r>
            <a:r>
              <a:rPr kumimoji="0" lang="ko-KR" altLang="en-US" sz="1600" dirty="0" err="1" smtClean="0">
                <a:latin typeface="+mn-ea"/>
                <a:ea typeface="+mn-ea"/>
              </a:rPr>
              <a:t>파일이름은</a:t>
            </a:r>
            <a:r>
              <a:rPr kumimoji="0" lang="ko-KR" altLang="en-US" sz="1600" dirty="0" smtClean="0">
                <a:latin typeface="+mn-ea"/>
                <a:ea typeface="+mn-ea"/>
              </a:rPr>
              <a:t> </a:t>
            </a:r>
            <a:r>
              <a:rPr kumimoji="0" lang="en-US" altLang="ko-KR" sz="1600" dirty="0" smtClean="0">
                <a:latin typeface="+mn-ea"/>
                <a:ea typeface="+mn-ea"/>
              </a:rPr>
              <a:t>Jupload.js </a:t>
            </a:r>
            <a:r>
              <a:rPr kumimoji="0" lang="ko-KR" altLang="en-US" sz="1600" dirty="0" smtClean="0">
                <a:latin typeface="+mn-ea"/>
                <a:ea typeface="+mn-ea"/>
              </a:rPr>
              <a:t>이다</a:t>
            </a:r>
            <a:r>
              <a:rPr kumimoji="0" lang="en-US" altLang="ko-KR" sz="1600" dirty="0" smtClean="0">
                <a:latin typeface="+mn-ea"/>
                <a:ea typeface="+mn-ea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919956"/>
            <a:ext cx="3876675" cy="308510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12" y="4110037"/>
            <a:ext cx="705802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2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 smtClean="0"/>
              <a:t>Ⅰ.  </a:t>
            </a:r>
            <a:r>
              <a:rPr lang="ko-KR" altLang="en-US" dirty="0" smtClean="0"/>
              <a:t>개발방법</a:t>
            </a:r>
            <a:endParaRPr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  <p:sp>
        <p:nvSpPr>
          <p:cNvPr id="5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팝업 </a:t>
            </a:r>
            <a:r>
              <a:rPr kumimoji="0" lang="en-US" altLang="ko-KR" sz="1600" b="1" dirty="0" smtClean="0">
                <a:latin typeface="+mn-ea"/>
                <a:ea typeface="+mn-ea"/>
              </a:rPr>
              <a:t>- JP </a:t>
            </a:r>
            <a:r>
              <a:rPr kumimoji="0" lang="ko-KR" altLang="en-US" sz="1600" b="1" dirty="0" smtClean="0">
                <a:latin typeface="+mn-ea"/>
                <a:ea typeface="+mn-ea"/>
              </a:rPr>
              <a:t>소스 적용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63" y="935659"/>
            <a:ext cx="6296943" cy="4176786"/>
          </a:xfrm>
          <a:prstGeom prst="rect">
            <a:avLst/>
          </a:prstGeom>
        </p:spPr>
      </p:pic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95536" y="5252367"/>
            <a:ext cx="83756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AutoNum type="arabicParenR"/>
              <a:defRPr/>
            </a:pPr>
            <a:r>
              <a:rPr kumimoji="0" lang="en-US" altLang="ko-KR" sz="1600" dirty="0" err="1" smtClean="0">
                <a:latin typeface="+mn-ea"/>
                <a:ea typeface="+mn-ea"/>
              </a:rPr>
              <a:t>doAlngSettingPopTable</a:t>
            </a:r>
            <a:r>
              <a:rPr kumimoji="0" lang="en-US" altLang="ko-KR" sz="1600" dirty="0" smtClean="0">
                <a:latin typeface="+mn-ea"/>
                <a:ea typeface="+mn-ea"/>
              </a:rPr>
              <a:t>() </a:t>
            </a:r>
            <a:r>
              <a:rPr kumimoji="0" lang="ko-KR" altLang="en-US" sz="1600" dirty="0" smtClean="0">
                <a:latin typeface="+mn-ea"/>
                <a:ea typeface="+mn-ea"/>
              </a:rPr>
              <a:t>이라는 함수를 호출하면 언어에 맞게 </a:t>
            </a:r>
            <a:r>
              <a:rPr kumimoji="0" lang="ko-KR" altLang="en-US" sz="1600" dirty="0" err="1" smtClean="0">
                <a:latin typeface="+mn-ea"/>
                <a:ea typeface="+mn-ea"/>
              </a:rPr>
              <a:t>셋팅이</a:t>
            </a:r>
            <a:r>
              <a:rPr kumimoji="0" lang="ko-KR" altLang="en-US" sz="1600" dirty="0" smtClean="0">
                <a:latin typeface="+mn-ea"/>
                <a:ea typeface="+mn-ea"/>
              </a:rPr>
              <a:t> 된다</a:t>
            </a:r>
            <a:r>
              <a:rPr kumimoji="0" lang="en-US" altLang="ko-KR" sz="1600" dirty="0" smtClean="0">
                <a:latin typeface="+mn-ea"/>
                <a:ea typeface="+mn-ea"/>
              </a:rPr>
              <a:t>.</a:t>
            </a:r>
            <a:endParaRPr kumimoji="0" lang="en-US" altLang="ko-KR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256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pattFill prst="pct10">
          <a:fgClr>
            <a:schemeClr val="bg1">
              <a:lumMod val="85000"/>
            </a:schemeClr>
          </a:fgClr>
          <a:bgClr>
            <a:schemeClr val="bg1"/>
          </a:bgClr>
        </a:pattFill>
        <a:ln>
          <a:solidFill>
            <a:schemeClr val="tx1">
              <a:lumMod val="75000"/>
              <a:lumOff val="2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ot="0" spcFirstLastPara="0" vertOverflow="overflow" horzOverflow="overflow" vert="horz" wrap="none" lIns="0" tIns="45720" rIns="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6121</TotalTime>
  <Words>233</Words>
  <Application>Microsoft Office PowerPoint</Application>
  <PresentationFormat>화면 슬라이드 쇼(4:3)</PresentationFormat>
  <Paragraphs>57</Paragraphs>
  <Slides>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굴림</vt:lpstr>
      <vt:lpstr>맑은 고딕</vt:lpstr>
      <vt:lpstr>산돌고딕B</vt:lpstr>
      <vt:lpstr>Arial</vt:lpstr>
      <vt:lpstr>Wingdings</vt:lpstr>
      <vt:lpstr>Office 테마</vt:lpstr>
      <vt:lpstr>PowerPoint 프레젠테이션</vt:lpstr>
      <vt:lpstr>개정 이력</vt:lpstr>
      <vt:lpstr>개발방법</vt:lpstr>
      <vt:lpstr>Ⅰ.  개발방법</vt:lpstr>
      <vt:lpstr>Ⅰ.  개발방법</vt:lpstr>
      <vt:lpstr>Ⅰ.  개발방법</vt:lpstr>
      <vt:lpstr>Ⅰ.  개발방법</vt:lpstr>
      <vt:lpstr>Ⅰ.  개발방법</vt:lpstr>
      <vt:lpstr>Ⅰ.  개발방법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Owner</dc:creator>
  <cp:lastModifiedBy>Kim Won Kook</cp:lastModifiedBy>
  <cp:revision>523</cp:revision>
  <dcterms:created xsi:type="dcterms:W3CDTF">2011-01-04T12:32:05Z</dcterms:created>
  <dcterms:modified xsi:type="dcterms:W3CDTF">2016-12-06T07:40:11Z</dcterms:modified>
</cp:coreProperties>
</file>